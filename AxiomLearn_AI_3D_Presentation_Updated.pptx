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640080"/>
            <a:ext cx="4754880" cy="384048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⚡ TENSORA 2026 HACKATHON • PROBLEM STATEMENT [EDU-01]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8FAFC"/>
                </a:solidFill>
              </a:defRPr>
            </a:pPr>
            <a:r>
              <a:t>AxiomLearn AI</a:t>
            </a:r>
          </a:p>
          <a:p>
            <a:pPr>
              <a:spcAft>
                <a:spcPts val="1000"/>
              </a:spcAft>
              <a:defRPr sz="2200" b="1">
                <a:solidFill>
                  <a:srgbClr val="00F0FF"/>
                </a:solidFill>
              </a:defRPr>
            </a:pPr>
            <a:r>
              <a:t>The 3D Adaptive Cognitive Engine &amp; GPS for Your Brain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Ordinary tests just tell you 'You're Wrong'. AxiomLearn AI finds the exact loose building block from your foundation and fixes it in 4 quick, engaging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69417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🩺  The 3D MRI Scanner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Regular Tests = A Thermometer: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Tells you that you have a fever (40%), but cannot explain why.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AxiomLearn = 3D Brain Scan: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Finds the exact hidden concept causing your confusion.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369417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🗺️  The Cognitive GPS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Missing a Turn in Class: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Teachers keep driving ahead even if you took a wrong exit.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AxiomLearn Recalculates: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Instantly reroutes you with the simplest shortcut back to mastery.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369417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3785615"/>
            <a:ext cx="305409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🎮  Video Game Dopamine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Level Up Your Mastery: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Earn XP, build daily streaks (🔥), and unlock 7 mystery badges.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Pure Joy in Learning: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  Celebration confetti and audio sound FX turn math into fun.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❖  THE REAL CRISIS IN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'Tower of Blocks' Disaster in Modern Classrooms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4937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48828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</a:defRPr>
            </a:pPr>
            <a:r>
              <a:t>⚠️  The 3 Broken Realities of School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The 'One-Speed Fits Nobody' Rule: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 teacher with 30 students must teach at one single pace. Fast students get bored; struggling students fall further behind every week.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The Collapsing Tower Disaster: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Learning is like building a 10-story tower. If Block #3 (basic algebra) is loose, Floor #10 (calculus) will collapse every time!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Teachers blame students for failing calculus, but the real culprit was a rule forgotten 2 years ago.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Report Cards Tell You Weeks Late: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Finding out you failed at the end of the term is useless. By then, confidence is crushed.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68249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773936"/>
            <a:ext cx="48828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✨  The AxiomLearn AI Breakthrough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Personalized 1-on-1 Pacing: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Every student learns at their natural sweet spot. Fast learners zoom ahead; struggling learners get patient, step-by-step guidance.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3D Root-Cause Detection: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Our AI scans backward down your syllabus tree to isolate the exact prerequisite brick that came loose.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Instant 60-Second Remediation: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Bridges the gap right when it occurs so students never accumulate knowledge debt.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4. Restores Total Student Confidence: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Proves you aren't 'bad at math'—you were just missing one tiny clue!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❖  SIMPLE 4-STEP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AxiomLearn AI Works (Step-by-Step)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22860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🟦  Step 1: Practice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The student first solves interactive questions.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The AI automatically changes the difficulty: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If too easy, AI makes them harder.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If too difficult, AI makes them easier.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Goal: Keep student in 'flow zone' — challenging, not frustrating.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Simple example: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learning Java and easily answer basic questions, AI gives slightly harder problems.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Right level of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682496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🟪  Step 2: AI Listens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While answering, AI observes performance: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Correct answers count &amp; time taken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Quick mistakes vs conceptual struggle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Latency Rule: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&lt; 3s: Quick/careless mistake.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&gt; 30s: Deeper difficulty with concept.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Simple example: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Accidentally misclicking vs spending 40s confused are treated differently.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Understand why struggling.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82496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🟨  Step 3: Detective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stuck, AI acts like a detective on the family tree of concepts: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Advanced ➔ Basic ➔ Prerequisite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For example: Arrays ➔ Loops ➔ Variables.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If difficulty with arrays, the real problem might be loops.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Instead of repeating arrays, AI identifies the basic concept you need first.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Find root cause of confusion.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711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1682496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1773936"/>
            <a:ext cx="223113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🟩  Step 4: 60s Fix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Quick 60-second learning activities: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1. 60s Refresher Card: Short explanation.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2. Root Checkup Probe: Small check question.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3. Scaffolded Bridge: Connects basic to advanced.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4. Victory Test with XP confetti! 🎉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Final small test with XP/reward feeling.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👉 Purpose: Quickly repair knowledge gap and get student back on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❖  INTERACTIVE 3D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Futuristic Platform Features You Can Touch &amp;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488289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🕹️  Futuristic Cyber-HUD Arena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3D mouse parallax tilt with dynamic oscilloscope audio waves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Real-time XP engine, level-up bar, and streak multiplier flames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Physics-based canvas confetti &amp; custom synthesized sound effects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1907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682496"/>
            <a:ext cx="4937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773936"/>
            <a:ext cx="488289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🌐  Glowing 3D Knowledge Graph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Interactive map of Math &amp; Computer Science concept nodes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Prerequisite Chain Illumination: click any topic to light up parents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Green = Mastered, Amber = In-Progress, Red = Bottleneck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09651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059936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51376"/>
            <a:ext cx="488289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👩‍🏫  Teacher Cohort Command Center (CRUD)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Complete Student Management: Create, Read (Table/Grid), Update, Delete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Search &amp; persona filter chips (Fast Pacers, Blocked, At-Risk)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1-Click Systemic Workshop: Batch-heals class-wide syllabus roadblocks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09651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059936"/>
            <a:ext cx="49377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151376"/>
            <a:ext cx="488289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🔐  Telemetry Sandbox &amp; Secure Accounts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Interactive Bayesian &amp; Neural Net math sandbox with live equations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Multi-user persona logins (Maya, Alex, Liam, Prof. Reed)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Complete local browser storage isolation (no cloud privacy leaks)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❖  TANGIBLE VALUE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Students, Teachers &amp; Schools Love AxiomLearn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🧑‍🎓  For Students</a:t>
            </a:r>
            <a:br/>
            <a:r>
              <a:t>(Zero Frustration)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❤️ No More Homework Tears: Never feel lost or helpless again.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⚡ Learn in Half the Time: Skip what you know, master only what you need.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🎮 Addictively Fun: Feels like playing a sci-fi video game instead of boring worksheets.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👩‍🏫  For Teachers</a:t>
            </a:r>
            <a:br/>
            <a:r>
              <a:t>(Actionable Clarity)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⏱️ Saves 10+ Hours Every Week: Zero manual grading of repetitive paper quizzes.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🎯 Exact Diagnostic Truth: Knows exactly why students struggled—no more guesswork.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🪄 1-Click Class Workshops: Fixes the single concept holding back 30% of the class.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🏫  For Institutions</a:t>
            </a:r>
            <a:br/>
            <a:r>
              <a:t>(Retention &amp; Grades)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📈 Proven Grade Improvements: Delivers 1-on-1 private tutor quality for free.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🛡️ Early Failure Prevention: Flags at-risk learners in week 1 rather than after finals.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💻 Zero Infrastructure Cost: Runs entirely on basic school laptops and Chromebooks.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❖  SUMMARY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100% Ready Today &amp; Our Expanding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0FF"/>
                </a:solidFill>
              </a:defRPr>
            </a:pPr>
            <a:r>
              <a:t>✅  100% Built &amp; Live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Complete Web Application: Live on http://localhost:5173 with full math and CS curricula.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Verified Quality: 5/5 engine tests pass, 0 TypeScript errors across 37 files.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Live on GitHub: Committed and uploaded to official GitHub repository.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💡  The Core Takeaway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Uniform Pacing is Dead: Forcing 30 students to learn at one speed is unfair to everyone.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Gaps are 100% Solvable: Every difficult concept is just simple building blocks.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AI for Human Potential: Empowers teachers and unlocks every student's true genius.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773936"/>
            <a:ext cx="305409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🔮  Future Innovations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🎙️ Talking AI Socratic Tutor: Spoken voice hints that guide students verbally.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📲 Google Classroom LTI Sync: 1-click school roster sync for seamless district adoption.</a:t>
            </a:r>
          </a:p>
          <a:p>
            <a:pPr>
              <a:spcAft>
                <a:spcPts val="250"/>
              </a:spcAft>
              <a:defRPr sz="950">
                <a:solidFill>
                  <a:srgbClr val="F8FAFC"/>
                </a:solidFill>
              </a:defRPr>
            </a:pPr>
            <a:r>
              <a:t>• 🔬 Unified STEM Trees: Cross-connecting Physics, Chemistry, and Engineering knowledge 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