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?? THE BIG IDEA ? TENSORA 2026 [EDU-01]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AxiomLearn AI</a:t>
            </a:r>
          </a:p>
          <a:p>
            <a:pPr>
              <a:spcAft>
                <a:spcPts val="1200"/>
              </a:spcAft>
              <a:defRPr sz="2400" b="1">
                <a:solidFill>
                  <a:srgbClr val="06B6D4"/>
                </a:solidFill>
              </a:defRPr>
            </a:pPr>
            <a:r>
              <a:t>The Intelligent GPS for Learning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When you make a mistake, standard tests just mark it wrong. AxiomLearn AI finds the exact missing building block from your past and fixes it in 4 quick, friendly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88620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?? 1. Like an MRI Scanner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Tests are like thermometers: they tell you that you have a fever (40%), but not why.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AxiomLearn scans your thought process to find the exact germ causing confusion.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388620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069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B5CF6"/>
                </a:solidFill>
              </a:defRPr>
            </a:pPr>
            <a:r>
              <a:t>??? 2. Like Google Maps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When you miss an exit, GPS doesn't yell at you or give up.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It recalculates the fastest, easiest detour to get you back on the right road.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383280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388620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06908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?? 3. Like a Video Game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Earn XP points, unlock badges, build streaks, and level up as you master concepts.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Turns scary math and coding into an engaging daily adventure.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REAL PROBLEM IN CLASSROOMS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Do Students Really Struggle in School?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? The 3 Flaws of Normal Classrooms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1. The 'One-Speed Fits Nobody' Rule: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 teacher with 30 students must move at one speed. Fast learners get bored, while struggling students get left behind.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2. The 'Tower of Blocks' Disaster: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Learning is like building a tower. If block #3 (basic algebra) is missing, block #10 (calculus) will always collapse!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Teachers blame the student for failing calculus, but the real issue was algebra from 2 years ago.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3. Report Cards Tell You Too Late: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Finding out you failed at the end of the semester is useless. By then, the damage is already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 How AxiomLearn AI Changes Everything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1. Personalized Speed for Everyone: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Fast students move ahead without waiting. Struggling students get patient, friendly guidance instantly.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2. Finds the Invisible Missing Brick: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Our AI looks down your learning tree to discover the hidden concept holding you back.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3. Fixes Gaps in 60 Seconds: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Instant 4-step practice bridges the gap right when it happens, so you never fall behind.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4. Zero Stress, Complete Confidence: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Students never feel 'stupid'?they realize they were just missing one tiny clue.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SIMPLE 4-STEP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AxiomLearn AI Helps You Learn 10x Better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377439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0116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?? Step 1: Practice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You solve interactive questions.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Questions match your exact level?never too easy, never impossibly hard.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60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691640"/>
            <a:ext cx="2377439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874519"/>
            <a:ext cx="20116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B5CF6"/>
                </a:solidFill>
              </a:defRPr>
            </a:pPr>
            <a:r>
              <a:t>?? Step 2: AI Listens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The AI watches your answers and your time.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It knows if you made a careless rush mistake or if you are truly confused.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560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691640"/>
            <a:ext cx="2377439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20116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?? Step 3: Root Detective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If you get stuck, AI traces the family tree of concepts.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It pinpoints the exact foundational topic causing trouble.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45920"/>
            <a:ext cx="2560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691640"/>
            <a:ext cx="2377439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874519"/>
            <a:ext cx="20116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?? Step 4: The 4-Step Fix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1. 60s Refresher card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2. Foundation check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3. Bridge practice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4. Final victory test with XP celebration!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INTERACTIVE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Makes AxiomLearn AI Fun &amp; Easy to Use?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?? Futuristic Practice Arena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High-tech Sci-Fi theme with smooth 3D tilt effects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Confetti explosions and satisfying sounds when you win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Collect XP points, unlock 7 secret badges, and grow your daily streak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91640"/>
            <a:ext cx="5029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B5CF6"/>
                </a:solidFill>
              </a:defRPr>
            </a:pPr>
            <a:r>
              <a:t>?? Glowing Knowledge Tree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A visual map of all topics (Math &amp; Computer Science)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Click any topic to see its parents and children glowing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Green means mastered, yellow means in-progress, red shows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069080"/>
            <a:ext cx="5029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????? Teacher Super-Dashboard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Teachers can see every student's real-time progress card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1-Click 'Class Workshop' button fixes the biggest class gap all at once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Add, edit, or remove students with instant search and filter chips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4069080"/>
            <a:ext cx="5029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5196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?? Personal Accounts for Everyone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Unique logins for students and teachers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Your XP, badges, and progress are saved automatically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Switch between beginner, advanced, and teacher modes anytime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REAL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Everyone Wins with AxiomLearn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????? For Students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No More Homework Tears: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You never feel lost or hopeless again.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Learn in Half the Time: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Skip what you already know and focus only on what you need.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Actually Fun: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Feels more like playing a sci-fi video game than doing boring homework worksheets.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????? For Teachers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Saves 10+ Hours Every Week: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No more grading endless quizzes by hand.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Know Exactly What's Wrong: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No guessing why half the class failed a quiz. The dashboard tells you in plain English.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1-Click Class Fixes: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Run an instant mini-workshop on the exact topic holding students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B5CF6"/>
                </a:solidFill>
              </a:defRPr>
            </a:pPr>
            <a:r>
              <a:t>?? For Schools &amp; Parents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Higher Grades &amp; Test Scores: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Every student gets the benefits of a private $50/hour tutor for free.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??? Catch Problems Early: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Stop failures in week 1 before exams happen.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?? Works Everywhere: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Runs fast on any standard laptop, tablet, or school computer.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We Stand Today &amp; Where We Are Headed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2004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6B6D4"/>
                </a:solidFill>
              </a:defRPr>
            </a:pPr>
            <a:r>
              <a:t>? 100% Ready Today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Fully Built &amp; Working: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Complete live web app with Math and Computer Science topics.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Tested &amp; Bug-Free: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5 out of 5 engine tests passed, 0 errors, fast 60fps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Live on GitHub: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Entire project is committed and uploaded to GitHub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691640"/>
            <a:ext cx="3200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0B981"/>
                </a:solidFill>
              </a:defRPr>
            </a:pPr>
            <a:r>
              <a:t>?? The Big Takeaway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Uniform Pacing is Dead: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Nobody learns at the exact same speed, and that's okay.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Gaps are Solvable: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Every hard problem is just 2 or 3 simple ideas stacked together.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AI for Human Good: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AxiomLearn AI gives every single child their own patient, encouraging guide.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691640"/>
            <a:ext cx="3200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8B5CF6"/>
                </a:solidFill>
              </a:defRPr>
            </a:pPr>
            <a:r>
              <a:t>?? Coming Very Soon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??? Talking AI Voice Tutor: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A friendly voice that guides you through hints out loud like a real coach.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?? Google Classroom Sync: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1-click login for entire schools with existing accounts.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? ?? Science &amp; Physics Graphs: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Expanding to Chemistry, Physics, and Biology knowledge trees.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