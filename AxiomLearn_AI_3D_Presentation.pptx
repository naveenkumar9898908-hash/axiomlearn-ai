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9"/>
          </a:solidFill>
          <a:ln>
            <a:solidFill>
              <a:srgbClr val="070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85216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99846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144768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91072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37376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58368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72998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640080"/>
            <a:ext cx="4754880" cy="384048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</a:defRPr>
            </a:pPr>
            <a:r>
              <a:t>? TENSORA 2026 HACKATHON ? PROBLEM STATEMENT [EDU-01]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0972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5000" b="1">
                <a:solidFill>
                  <a:srgbClr val="F8FAFC"/>
                </a:solidFill>
              </a:defRPr>
            </a:pPr>
            <a:r>
              <a:t>AxiomLearn AI</a:t>
            </a:r>
          </a:p>
          <a:p>
            <a:pPr>
              <a:spcAft>
                <a:spcPts val="1000"/>
              </a:spcAft>
              <a:defRPr sz="2200" b="1">
                <a:solidFill>
                  <a:srgbClr val="00F0FF"/>
                </a:solidFill>
              </a:defRPr>
            </a:pPr>
            <a:r>
              <a:t>The 3D Adaptive Cognitive Engine &amp; GPS for Your Brain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Ordinary tests just tell you 'You're Wrong'. AxiomLearn AI finds the exact loose building block from your foundation and fixes it in 4 quick, engaging steps.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3730752"/>
            <a:ext cx="3383280" cy="256032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3383280" cy="256032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3694176"/>
            <a:ext cx="3108960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822191"/>
            <a:ext cx="2926080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F0FF"/>
                </a:solidFill>
              </a:defRPr>
            </a:pPr>
            <a:r>
              <a:t>??  The 3D MRI Scanner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 Regular Tests = A Thermometer: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  Tells you that you have a fever (40%), but cannot explain why.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 AxiomLearn = 3D Brain Scan: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  Finds the exact hidden concept causing your confusion.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62272" y="3730752"/>
            <a:ext cx="3383280" cy="256032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89120" y="3657600"/>
            <a:ext cx="3383280" cy="256032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26280" y="3694176"/>
            <a:ext cx="310896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3822191"/>
            <a:ext cx="2926080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A855F7"/>
                </a:solidFill>
              </a:defRPr>
            </a:pPr>
            <a:r>
              <a:t>???  The Cognitive GPS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 Missing a Turn in Class: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  Teachers keep driving ahead even if you took a wrong exit.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 AxiomLearn Recalculates: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  Instantly reroutes you with the simplest shortcut back to mastery.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9872" y="3730752"/>
            <a:ext cx="3383280" cy="256032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3657600"/>
            <a:ext cx="3383280" cy="256032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83880" y="3694176"/>
            <a:ext cx="31089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3822191"/>
            <a:ext cx="2926080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??  Video Game Dopamine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 Level Up Your Mastery: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  Earn XP, build daily streaks (??), and unlock 7 mystery badges.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 Pure Joy in Learning: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  Celebration confetti and audio sound FX turn math into fun.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9"/>
          </a:solidFill>
          <a:ln>
            <a:solidFill>
              <a:srgbClr val="070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85216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99846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144768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91072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37376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58368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72998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"/>
            <a:ext cx="4389120" cy="347472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BBF24"/>
                </a:solidFill>
              </a:defRPr>
            </a:pPr>
            <a:r>
              <a:t>?  THE REAL CRISIS IN EDUCATION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'Tower of Blocks' Disaster in Modern Classrooms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1719072"/>
            <a:ext cx="521208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1682496"/>
            <a:ext cx="4937760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1810512"/>
            <a:ext cx="47548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43F5E"/>
                </a:solidFill>
              </a:defRPr>
            </a:pPr>
            <a:r>
              <a:t>??  The 3 Broken Realities of School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1. The 'One-Speed Fits Nobody' Rule: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A teacher with 30 students must teach at one single pace. Fast students get bored; struggling students fall further behind every week.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2. The Collapsing Tower Disaster: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Learning is like building a 10-story tower. If Block #3 (basic algebra) is loose, Floor #10 (calculus) will collapse every time!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Teachers blame students for failing calculus, but the real culprit was a rule forgotten 2 years ago.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3. Report Cards Tell You Weeks Late: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Finding out you failed at the end of the term is useless. By then, confidence is crushed.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1719072"/>
            <a:ext cx="521208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1682496"/>
            <a:ext cx="4937760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810512"/>
            <a:ext cx="47548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F0FF"/>
                </a:solidFill>
              </a:defRPr>
            </a:pPr>
            <a:r>
              <a:t>?  The AxiomLearn AI Breakthrough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1. Personalized 1-on-1 Pacing: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Every student learns at their natural sweet spot. Fast learners zoom ahead; struggling learners get patient, step-by-step guidance.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2. 3D Root-Cause Detection: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Our AI scans backward down your syllabus tree to isolate the exact prerequisite brick that came loose.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3. Instant 60-Second Remediation: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Bridges the gap right when it occurs so students never accumulate knowledge debt.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4. Restores Total Student Confidence: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Proves you aren't 'bad at math'?you were just missing one tiny clue!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9"/>
          </a:solidFill>
          <a:ln>
            <a:solidFill>
              <a:srgbClr val="070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85216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99846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144768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91072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37376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58368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72998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"/>
            <a:ext cx="4389120" cy="347472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</a:defRPr>
            </a:pPr>
            <a:r>
              <a:t>?  SIMPLE 4-STEP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How AxiomLearn AI Works (In Plain English)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1719072"/>
            <a:ext cx="256032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1682496"/>
            <a:ext cx="2286000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1810512"/>
            <a:ext cx="21031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F0FF"/>
                </a:solidFill>
              </a:defRPr>
            </a:pPr>
            <a:r>
              <a:t>??  Step 1: Practice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 You solve interactive questions.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 Automatic difficulty tuning locks you in your 'flow zone' (never too easy, never too hard).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47872" y="1719072"/>
            <a:ext cx="256032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74720" y="1645920"/>
            <a:ext cx="256032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11879" y="1682496"/>
            <a:ext cx="228600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3320" y="1810512"/>
            <a:ext cx="21031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A855F7"/>
                </a:solidFill>
              </a:defRPr>
            </a:pPr>
            <a:r>
              <a:t>??  Step 2: AI Listens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 AI tracks answers &amp; time latency.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 Distinguishes quick careless slips (&lt;3s) from real foundational struggles (&gt;30s).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1719072"/>
            <a:ext cx="256032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0" y="1645920"/>
            <a:ext cx="256032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80" y="1682496"/>
            <a:ext cx="228600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810512"/>
            <a:ext cx="21031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BBF24"/>
                </a:solidFill>
              </a:defRPr>
            </a:pPr>
            <a:r>
              <a:t>??  Step 3: Detective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 If you get stuck, AI traces the family tree of concepts.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 Pinpoints the exact prerequisite topic causing the confusion.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34272" y="1719072"/>
            <a:ext cx="256032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61120" y="1645920"/>
            <a:ext cx="256032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98280" y="1682496"/>
            <a:ext cx="2286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720" y="1810512"/>
            <a:ext cx="21031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??  Step 4: 60s Fix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 1. 60s Refresher Card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 2. Root checkup probe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 3. Scaffolded bridge problem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 4. Victory test with XP confetti!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9"/>
          </a:solidFill>
          <a:ln>
            <a:solidFill>
              <a:srgbClr val="070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85216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99846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144768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91072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37376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58368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72998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"/>
            <a:ext cx="4389120" cy="347472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855F7"/>
                </a:solidFill>
              </a:defRPr>
            </a:pPr>
            <a:r>
              <a:t>?  INTERACTIVE 3D MODULES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Futuristic Platform Features You Can Touch &amp; 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1719072"/>
            <a:ext cx="5212080" cy="219456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1682496"/>
            <a:ext cx="4937760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1810512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F0FF"/>
                </a:solidFill>
              </a:defRPr>
            </a:pPr>
            <a:r>
              <a:t>???  Futuristic Cyber-HUD Arena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 3D mouse parallax tilt with dynamic oscilloscope audio waves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 Real-time XP engine, level-up bar, and streak multiplier flames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 Physics-based canvas confetti &amp; custom synthesized sound effects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1719072"/>
            <a:ext cx="5212080" cy="219456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1682496"/>
            <a:ext cx="493776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810512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A855F7"/>
                </a:solidFill>
              </a:defRPr>
            </a:pPr>
            <a:r>
              <a:t>??  Glowing 3D Knowledge Graph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 Interactive map of Math &amp; Computer Science concept nodes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 Prerequisite Chain Illumination: click any topic to light up parents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 Green = Mastered, Amber = In-Progress, Red = Bottleneck gap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" y="4096512"/>
            <a:ext cx="5212080" cy="219456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" y="4059936"/>
            <a:ext cx="49377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187952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?????  Teacher Cohort Command Center (CRUD)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 Complete Student Management: Create, Read (Table/Grid), Update, Delete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 Search &amp; persona filter chips (Fast Pacers, Blocked, At-Risk)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 1-Click Systemic Workshop: Batch-heals class-wide syllabus roadblocks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91072" y="4096512"/>
            <a:ext cx="5212080" cy="219456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4059936"/>
            <a:ext cx="493776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187952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BBF24"/>
                </a:solidFill>
              </a:defRPr>
            </a:pPr>
            <a:r>
              <a:t>??  Telemetry Sandbox &amp; Secure Accounts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 Interactive Bayesian &amp; Neural Net math sandbox with live equations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 Multi-user persona logins (Maya, Alex, Liam, Prof. Reed)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 Complete local browser storage isolation (no cloud privacy leaks)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9"/>
          </a:solidFill>
          <a:ln>
            <a:solidFill>
              <a:srgbClr val="070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85216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99846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144768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91072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37376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58368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72998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"/>
            <a:ext cx="4389120" cy="347472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?  TANGIBLE VALUE DELIVERED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Why Students, Teachers &amp; Schools Love AxiomLearn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1719072"/>
            <a:ext cx="338328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1682496"/>
            <a:ext cx="3108960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1810512"/>
            <a:ext cx="29260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F0FF"/>
                </a:solidFill>
              </a:defRPr>
            </a:pPr>
            <a:r>
              <a:t>?????  For Students</a:t>
            </a:r>
            <a:br/>
            <a:r>
              <a:t>(Zero Frustration)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?? No More Homework Tears: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Never feel lost or helpless again.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 Learn in Half the Time: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Skip what you know, master only what you need.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?? Addictively Fun: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Feels like playing a sci-fi video game instead of boring worksheets.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62272" y="1719072"/>
            <a:ext cx="338328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26280" y="1682496"/>
            <a:ext cx="31089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1810512"/>
            <a:ext cx="29260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?????  For Teachers</a:t>
            </a:r>
            <a:br/>
            <a:r>
              <a:t>(Actionable Clarity)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?? Saves 10+ Hours Every Week: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Zero manual grading of repetitive paper quizzes.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?? Exact Diagnostic Truth: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Knows exactly why students struggled?no more guesswork.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?? 1-Click Class Workshops: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Fixes the single concept holding back 30% of the class with 1 click.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9872" y="1719072"/>
            <a:ext cx="338328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83880" y="1682496"/>
            <a:ext cx="310896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1810512"/>
            <a:ext cx="29260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A855F7"/>
                </a:solidFill>
              </a:defRPr>
            </a:pPr>
            <a:r>
              <a:t>??  For Institutions</a:t>
            </a:r>
            <a:br/>
            <a:r>
              <a:t>(Retention &amp; Grades)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?? Proven Grade Improvements: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Delivers 1-on-1 private tutor quality for every student at zero cost.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??? Early Failure Prevention: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Flags at-risk learners in week 1 rather than after finals.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?? Zero Infrastructure Cost: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Runs entirely on basic school laptops and Chromebooks.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9"/>
          </a:solidFill>
          <a:ln>
            <a:solidFill>
              <a:srgbClr val="070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85216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99846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144768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91072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37376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583680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729984"/>
            <a:ext cx="11277295" cy="13716"/>
          </a:xfrm>
          <a:prstGeom prst="rect">
            <a:avLst/>
          </a:prstGeom>
          <a:solidFill>
            <a:srgbClr val="14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"/>
            <a:ext cx="4389120" cy="347472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</a:defRPr>
            </a:pPr>
            <a:r>
              <a:t>?  SUMMARY &amp; 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100% Ready Today &amp; Our Expanding Vision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1719072"/>
            <a:ext cx="338328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1682496"/>
            <a:ext cx="3108960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1810512"/>
            <a:ext cx="29260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F0FF"/>
                </a:solidFill>
              </a:defRPr>
            </a:pPr>
            <a:r>
              <a:t>?  100% Built &amp; Live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 Complete Web Application: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Live on http://localhost:5173 with full math and CS curricula.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 Verified Quality: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5/5 engine tests pass, 0 TypeScript errors across 37 files.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 Live on GitHub: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Committed and uploaded to official GitHub repository.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62272" y="1719072"/>
            <a:ext cx="338328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26280" y="1682496"/>
            <a:ext cx="31089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1810512"/>
            <a:ext cx="29260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??  The Core Takeaway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 Uniform Pacing is Dead: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Forcing 30 students to learn at one speed is unfair to everyone.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 Gaps are 100% Solvable: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Every difficult concept is just simple building blocks stacked together.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 AI for Human Potential: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Empowers teachers and unlocks every student's true genius.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9872" y="1719072"/>
            <a:ext cx="3383280" cy="4572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26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83880" y="1682496"/>
            <a:ext cx="310896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1810512"/>
            <a:ext cx="29260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A855F7"/>
                </a:solidFill>
              </a:defRPr>
            </a:pPr>
            <a:r>
              <a:t>??  Future Innovations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 ??? Talking AI Socratic Tutor: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Spoken voice hints that guide students verbally without spoiling answers.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 ?? Google Classroom LTI Sync: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1-click school roster sync for seamless district adoption.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? ?? Unified STEM Trees: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Cross-connecting Physics, Chemistry, and Engineering knowledge graphs.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