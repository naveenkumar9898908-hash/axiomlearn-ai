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640080"/>
            <a:ext cx="4754880" cy="384048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⚡ TENSORA 2026 HACKATHON • PROBLEM STATEMENT [EDU-01]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972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5000" b="1">
                <a:solidFill>
                  <a:srgbClr val="F8FAFC"/>
                </a:solidFill>
              </a:defRPr>
            </a:pPr>
            <a:r>
              <a:t>AxiomLearn AI</a:t>
            </a:r>
          </a:p>
          <a:p>
            <a:pPr>
              <a:spcAft>
                <a:spcPts val="1000"/>
              </a:spcAft>
              <a:defRPr sz="2200" b="1">
                <a:solidFill>
                  <a:srgbClr val="00F0FF"/>
                </a:solidFill>
              </a:defRPr>
            </a:pPr>
            <a:r>
              <a:t>The 3D Adaptive Cognitive Engine &amp; GPS for Your Brain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Ordinary tests just tell you 'You're Wrong'. AxiomLearn AI finds the exact loose building block from your foundation and fixes it in 4 quick, engaging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730752"/>
            <a:ext cx="3383280" cy="256032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3383280" cy="25603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694176"/>
            <a:ext cx="31089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785615"/>
            <a:ext cx="305409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🩺  The 3D MRI Scanner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Regular Tests = A Thermometer: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Tells you that you have a fever (40%), but cannot explain why.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AxiomLearn = 3D Brain Scan: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Finds the exact hidden concept causing your confusion.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3730752"/>
            <a:ext cx="3383280" cy="256032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3657600"/>
            <a:ext cx="3383280" cy="25603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3694176"/>
            <a:ext cx="31089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785615"/>
            <a:ext cx="305409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🗺️  The Cognitive GPS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Missing a Turn in Class: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Teachers keep driving ahead even if you took a wrong exit.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AxiomLearn Recalculates: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Instantly reroutes you with the simplest shortcut back to mastery.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3730752"/>
            <a:ext cx="3383280" cy="256032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657600"/>
            <a:ext cx="3383280" cy="25603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3694176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3785615"/>
            <a:ext cx="305409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🎮  Video Game Dopamine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Level Up Your Mastery: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Earn XP, build daily streaks (🔥), and unlock 7 mystery badges.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Pure Joy in Learning: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Celebration confetti and audio sound FX turn math into fun.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❖  THE REAL CRISIS IN 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'Tower of Blocks' Disaster in Modern Classrooms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52120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493776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773936"/>
            <a:ext cx="48828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3F5E"/>
                </a:solidFill>
              </a:defRPr>
            </a:pPr>
            <a:r>
              <a:t>⚠️  The 3 Broken Realities of School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1. The 'One-Speed Fits Nobody' Rule: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A teacher with 30 students must teach at one single pace. Fast students get bored; struggling students fall further behind every week.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2. The Collapsing Tower Disaster: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Learning is like building a 10-story tower. If Block #3 (basic algebra) is loose, Floor #10 (calculus) will collapse every time!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Teachers blame students for failing calculus, but the real culprit was a rule forgotten 2 years ago.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3. Report Cards Tell You Weeks Late: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Finding out you failed at the end of the term is useless. By then, confidence is crushed.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719072"/>
            <a:ext cx="52120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682496"/>
            <a:ext cx="49377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773936"/>
            <a:ext cx="48828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✨  The AxiomLearn AI Breakthrough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1. Personalized 1-on-1 Pacing: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Every student learns at their natural sweet spot. Fast learners zoom ahead; struggling learners get patient, step-by-step guidance.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2. 3D Root-Cause Detection: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Our AI scans backward down your syllabus tree to isolate the exact prerequisite brick that came loose.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3. Instant 60-Second Remediation: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Bridges the gap right when it occurs so students never accumulate knowledge debt.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4. Restores Total Student Confidence: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Proves you aren't 'bad at math'—you were just missing one tiny clue!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❖  SIMPLE 4-STEP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How AxiomLearn AI Works (Step-by-Step)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228600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773936"/>
            <a:ext cx="223113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🟦  Step 1: Practice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The student first solves interactive questions.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The AI automatically changes the difficulty: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If too easy, AI makes them harder.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If too difficult, AI makes them easier.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Goal: Keep student in 'flow zone' — challenging, not frustrating.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Simple example: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If learning Java and easily answer basic questions, AI gives slightly harder problems.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Purpose: Right level of practice.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215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2900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1682496"/>
            <a:ext cx="2286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1773936"/>
            <a:ext cx="223113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🟪  Step 2: AI Listens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While answering, AI observes performance: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Correct answers count &amp; time taken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Quick mistakes vs conceptual struggle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Latency Rule: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&lt; 3s: Quick/careless mistake.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&gt; 30s: Deeper difficulty with concept.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Simple example: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Accidentally misclicking vs spending 40s confused are treated differently.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Purpose: Understand why struggling.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682496"/>
            <a:ext cx="22860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1773936"/>
            <a:ext cx="223113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🟨  Step 3: Detective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If stuck, AI acts like a detective on the family tree of concepts: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Advanced ➔ Basic ➔ Prerequisite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For example: Arrays ➔ Loops ➔ Variables.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If difficulty with arrays, the real problem might be loops.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Instead of repeating arrays, AI identifies the basic concept you need first.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Purpose: Find root cause of confusion.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9711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1682496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88552" y="1773936"/>
            <a:ext cx="223113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🟩  Step 4: 60s Fix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Quick 60-second learning activities: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1. 60s Refresher Card: Short explanation.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2. Root Checkup Probe: Small check question.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3. Scaffolded Bridge: Connects basic to advanced.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4. Victory Test with XP confetti! 🎉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Final small test with XP/reward feeling.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Purpose: Quickly repair knowledge gap and get student back on track.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❖  INTERACTIVE 3D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Futuristic Platform Features You Can Touch &amp;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627632"/>
            <a:ext cx="5212080" cy="237744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554480"/>
            <a:ext cx="5212080" cy="237744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591056"/>
            <a:ext cx="49377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682495"/>
            <a:ext cx="4882896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🎮  1. Futuristic Cyber-HUD Arena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Interactive learning area where students practice with the system.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3D mouse parallax tilt with dynamic oscilloscope audio waves: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Responds to mouse movement with 3D effect; dynamic audio waves.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Real-time XP engine, level-up bar &amp; streak multiplier flames: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Answer questions ➔ Earn XP ➔ Level up ➔ Maintain streak 🔥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Physics-based canvas force &amp; synthesized sound effects.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Meaning: A game-like interactive learning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627632"/>
            <a:ext cx="5212080" cy="237744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5212080" cy="237744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591056"/>
            <a:ext cx="49377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682495"/>
            <a:ext cx="4882896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🧠  2. Glowing 3D Knowledge Graph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Shows how different learning concepts are connected.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Example: Variables ➔ Loops ➔ Functions ➔ Arrays ➔ Data Structures.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Prerequisite Chain Illumination: Click a topic to light up prerequisites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(e.g., Arrays ⬆ Loops ⬆ Variables).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Color Meanings: 🟢 Green = Mastered | 🟡 Amber = In Progress | 🔴 Red = Gap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Meaning: Visual map showing what you know &amp; what's next.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4142232"/>
            <a:ext cx="5212080" cy="237744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069080"/>
            <a:ext cx="5212080" cy="237744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105656"/>
            <a:ext cx="4937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197096"/>
            <a:ext cx="4882896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👨‍🏫  3. Teacher Cohort Command Center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Allows teachers to manage students and learning from one place.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Student Management — CRUD: [C]reate ➔ Add | [R]ead ➔ View | [U]pdate ➔ Change | [D]elete ➔ Remove.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Search &amp; Persona Filter Chips: Filter students (e.g. struggling with Java).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1-Click Systemic Workshop: Apply learning plan to whole class at once.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Meaning: One dashboard to manage all student learning activities.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4142232"/>
            <a:ext cx="5212080" cy="237744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4069080"/>
            <a:ext cx="5212080" cy="237744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105656"/>
            <a:ext cx="49377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197096"/>
            <a:ext cx="4882896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🔐  4. Telemetry Sandbox &amp; Secure Accounts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Focuses on student activity data, mathematical modeling, and security.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Interactive Bayesian &amp; Neural Net math sandbox: Explore statistical models interactively.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Multi-User Persona Logins: Separate roles (Student, Teacher, Professor, Admin).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Isolated student states with secure local storage persistence.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Meaning: Deep telemetry insights with protected user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❖  TANGIBLE VALUE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Why Students, Teachers &amp; Schools Love AxiomLearn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31089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🧑‍🎓  For Students</a:t>
            </a:r>
            <a:br/>
            <a:r>
              <a:t>(Zero Frustration)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❤️ No More Homework Tears: Never feel lost or helpless again.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⚡ Learn in Half the Time: Skip what you know, master only what you need.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🎮 Addictively Fun: Feels like playing a sci-fi video game instead of boring worksheets.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1682496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👩‍🏫  For Teachers</a:t>
            </a:r>
            <a:br/>
            <a:r>
              <a:t>(Actionable Clarity)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⏱️ Saves 10+ Hours Every Week: Zero manual grading of repetitive paper quizzes.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🎯 Exact Diagnostic Truth: Knows exactly why students struggled—no more guesswork.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🪄 1-Click Class Workshops: Fixes the single concept holding back 30% of the class.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1682496"/>
            <a:ext cx="31089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🏫  For Institutions</a:t>
            </a:r>
            <a:br/>
            <a:r>
              <a:t>(Retention &amp; Grades)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📈 Proven Grade Improvements: Delivers 1-on-1 private tutor quality for free.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🛡️ Early Failure Prevention: Flags at-risk learners in week 1 rather than after finals.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💻 Zero Infrastructure Cost: Runs entirely on basic school laptops and Chromebooks.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❖  SUMMARY &amp; FUTURE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Core Takeaway &amp; Future Innovations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627632"/>
            <a:ext cx="5212080" cy="489204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554480"/>
            <a:ext cx="5212080" cy="489204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591056"/>
            <a:ext cx="4937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682495"/>
            <a:ext cx="4882896" cy="4636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💡 2. "The Core Takeaway" — Why AxiomLearn Matters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This is the main idea behind the whole project: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👨‍🏫 Traditional Classroom Problem: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A teacher with 30 students must teach everyone at roughly the same pace.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But students are different: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- Student A ➔ Understands quickly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- Student B ➔ Needs more explanation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- Student C ➔ Has a basic concept missing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- Student D ➔ Needs extra practice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One fixed teaching speed doesn't work perfectly for everyone.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🧠 What AxiomLearn Tries to Do: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AI gives personalized learning: 'Find out what YOU understand &amp; need.'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🔑 The Important Idea: Learning Gaps: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Suppose a student cannot solve: 2x + 4 = 10.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Why? Maybe they don't understand 10 − 4 = 6, or 6 ÷ 2 = 3.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AI goes back and fixes that exact missing foundation.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In Simple Words: Fix the root of the problem, not just the wrong answer.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627632"/>
            <a:ext cx="5212080" cy="489204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5212080" cy="489204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591056"/>
            <a:ext cx="49377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682495"/>
            <a:ext cx="4882896" cy="4636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🟣 3. "Future Innovations" — What Could Come Next?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Expanding AxiomLearn beyond the current system: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🗣️ A. AI Socratic Tutor: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Students can talk to the AI out loud instead of only typing.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Student: 'I don't understand why the answer is 12.'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AI: 'What do you think the first step should be?'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Asks questions to help students discover the answer themselves.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👉 Meaning: An AI tutor that teaches through conversation.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🏫 B. Connect with School Systems: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School Classroom ➔ Student Info ➔ AxiomLearn ➔ Personalized Learning.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Google Classroom integration makes adoption seamless.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👉 Meaning: Works together with the tools schools already use.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🔬 C. Unified STEM Learning: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Connects 🔬 Science, 💻 Technology, ⚙️ Engineering, 📐 Mathematics.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Example: Math ➔ Forces ➔ Physics ➔ Engineering.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👉 Meaning: Helps students see how different subjects connect.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🔮 Vision: A conversational, connected, multi-disciplinary AI companion.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