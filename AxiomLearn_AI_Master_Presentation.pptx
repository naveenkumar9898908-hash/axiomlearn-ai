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⚡ TENSORA 2026 HACKATHON • PROBLEM STATEMENT [EDU-01]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8FAFC"/>
                </a:solidFill>
              </a:defRPr>
            </a:pPr>
            <a:r>
              <a:t>AxiomLearn AI</a:t>
            </a:r>
          </a:p>
          <a:p>
            <a:pPr>
              <a:spcAft>
                <a:spcPts val="1000"/>
              </a:spcAft>
              <a:defRPr sz="2200" b="1">
                <a:solidFill>
                  <a:srgbClr val="00F0FF"/>
                </a:solidFill>
              </a:defRPr>
            </a:pPr>
            <a:r>
              <a:t>The 3D Adaptive Cognitive Engine &amp; GPS for Your Brain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Ordinary tests just tell you 'You're Wrong'. AxiomLearn AI finds the exact loose building block from your foundation and fixes it in 4 quick, engaging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69417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🩺  The 3D MRI Scanner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Regular Tests = A Thermometer: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Tells you that you have a fever (40%), but cannot explain why.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= 3D Brain Scan: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Finds the exact hidden concept causing your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69417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🗺️  The Cognitive GPS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Missing a Turn in Class: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Teachers keep driving ahead even if you took a wrong exit.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Recalculates: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Instantly reroutes you with the simplest shortcut back to mastery.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369417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🎮  Video Game Dopamine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Level Up Your Mastery: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Earn XP, build daily streaks (🔥), and unlock 7 mystery badges.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Pure Joy in Learning: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Celebration confetti and audio sound FX turn math into fun.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❖  THE REAL CRISIS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'Tower of Blocks' Disaster in Modern Classrooms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</a:defRPr>
            </a:pPr>
            <a:r>
              <a:t>⚠️  The 3 Broken Realities of School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The 'One-Speed Fits Nobody'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 teacher with 30 students must teach at one single pace. Fast students get bored; struggling students fall further behind every week.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The Collapsing Tower Disaster: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Learning is like building a 10-story tower. If Block #3 (basic algebra) is loose, Floor #10 (calculus) will collapse every time!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Teachers blame students for failing calculus, but the real culprit was a rule forgotten 2 years ago.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Report Cards Tell You Weeks Late: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Finding out you failed at the end of the term is useless. By then, confidence is crushed.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✨  The AxiomLearn AI Breakthrough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Personalized 1-on-1 Pacing: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Every student learns at their natural sweet spot. Fast learners zoom ahead; struggling learners get patient, step-by-step guidance.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3D Root-Cause Detection: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Our AI scans backward down your syllabus tree to isolate the exact prerequisite brick that came loose.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Instant 60-Second Remediation: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Bridges the gap right when it occurs so students never accumulate knowledge debt.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Restores Total Student Confidence: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Proves you aren't 'bad at math'—you were just missing one tiny clue!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SIMPLE 4-STEP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AxiomLearn AI Works (Step-by-Step)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22860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🟦  Step 1: Practice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student first solves interactive questions.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AI automatically changes the difficulty: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easy, AI makes them harder.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difficult, AI makes them easier.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Goal: Keep student in 'flow zone' — challenging, not frustrating.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learning Java and easily answer basic questions, AI gives slightly harder problems.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Right level of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682496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🟪  Step 2: AI Listens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While answering, AI observes performance: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Correct answers count &amp; time taken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Quick mistakes vs conceptual struggle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Latency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&lt; 3s: Quick/careless mistake.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&gt; 30s: Deeper difficulty with concept.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Accidentally misclicking vs spending 40s confused are treated differently.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Understand why struggling.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82496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🟨  Step 3: Detective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stuck, AI acts like a detective on the family tree of concepts: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Advanced ➔ Basic ➔ Prerequisite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For example: Arrays ➔ Loops ➔ Variables.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difficulty with arrays, the real problem might be loops.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Instead of repeating arrays, AI identifies the basic concept you need first.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Find root cause of confusion.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682496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🟩  Step 4: 60s Fix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Quick 60-second learning activities: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60s Refresher Card: Short explanation.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Root Checkup Probe: Small check question.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Scaffolded Bridge: Connects basic to advanced.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Victory Test with XP confetti! 🎉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Final small test with XP/reward feeling.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Quickly repair knowledge gap and get student back on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❖  INTERACTIVE 3D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Futuristic Platform Features You Can Touch &amp;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6276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59105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682495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🎮  1. Futuristic Cyber-HUD Arena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Interactive learning area where students practice with the system.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3D mouse parallax tilt with dynamic oscilloscope audio waves: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Responds to mouse movement with 3D effect; dynamic audio waves.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Real-time XP engine, level-up bar &amp; streak multiplier flames: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Answer questions ➔ Earn XP ➔ Level up ➔ Maintain streak 🔥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Physics-based canvas force &amp; synthesized sound effects.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A game-like interactive learning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6276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91056"/>
            <a:ext cx="4937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82495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🧠  2. Glowing 3D Knowledge Graph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Shows how different learning concepts are connected.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Example: Variables ➔ Loops ➔ Functions ➔ Arrays ➔ Data Structures.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Prerequisite Chain Illumination: Click a topic to light up prerequisites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(e.g., Arrays ⬆ Loops ⬆ Variables).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Color Meanings: 🟢 Green = Mastered | 🟡 Amber = In Progress | 🔴 Red = Gap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Visual map showing what you know &amp; what's next.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1422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105656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97096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👨‍🏫  3. Teacher Cohort Command Center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Allows teachers to manage students and learning from one place.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Student Management — CRUD: [C]reate ➔ Add | [R]ead ➔ View | [U]pdate ➔ Change | [D]elete ➔ Remove.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Search &amp; Persona Filter Chips: Filter students (e.g. struggling with Java).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1-Click Systemic Workshop: Apply learning plan to whole class at once.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One dashboard to manage all student learning activities.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142232"/>
            <a:ext cx="5212080" cy="23774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5212080" cy="237744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105656"/>
            <a:ext cx="49377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197096"/>
            <a:ext cx="488289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🔐  4. Telemetry Sandbox &amp; Secure Accounts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Focuses on student activity data, mathematical modeling, and security.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Interactive Bayesian &amp; Neural Net math sandbox: Explore statistical models interactively.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Multi-User Persona Logins: Separate roles (Student, Teacher, Professor, Admin).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Isolated student states with secure local storage persistence.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Meaning: Deep telemetry insights with protected user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❖  TANGIBLE VALUE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Students, Teachers &amp; Schools Love AxiomLearn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🧑‍🎓  For Students</a:t>
            </a:r>
            <a:br/>
            <a:r>
              <a:t>(Zero Frustration)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❤️ No More Homework Tears: Never feel lost or helpless again.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⚡ Learn in Half the Time: Skip what you know, master only what you need.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🎮 Addictively Fun: Feels like playing a sci-fi video game instead of boring worksheets.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👩‍🏫  For Teachers</a:t>
            </a:r>
            <a:br/>
            <a:r>
              <a:t>(Actionable Clarity)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⏱️ Saves 10+ Hours Every Week: Zero manual grading of repetitive paper quizzes.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🎯 Exact Diagnostic Truth: Knows exactly why students struggled—no more guesswork.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🪄 1-Click Class Workshops: Fixes the single concept holding back 30% of the class.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🏫  For Institutions</a:t>
            </a:r>
            <a:br/>
            <a:r>
              <a:t>(Retention &amp; Grades)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📈 Proven Grade Improvements: Delivers 1-on-1 private tutor quality for free.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🛡️ Early Failure Prevention: Flags at-risk learners in week 1 rather than after finals.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💻 Zero Infrastructure Cost: Runs entirely on basic school laptops and Chromebooks.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SUMMARY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100% Ready Today &amp; Our Expanding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✅  100% Built &amp; Live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Complete Web Application: Live on http://localhost:5173 with full math and CS curricula.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Verified Quality: 5/5 engine tests pass, 0 TypeScript errors across 37 files.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Live on GitHub: Committed and uploaded to official GitHub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💡  The Core Takeaway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Uniform Pacing is Dead: Forcing 30 students to learn at one speed is unfair to everyone.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Gaps are 100% Solvable: Every difficult concept is just simple building blocks.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AI for Human Potential: Empowers teachers and unlocks every student's true genius.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🔮  Future Innovations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🎙️ Talking AI Socratic Tutor: Spoken voice hints that guide students verbally.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📲 Google Classroom LTI Sync: 1-click school roster sync for seamless district adoption.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🔬 Unified STEM Trees: Cross-connecting Physics, Chemistry, and Engineering knowledge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