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57200"/>
          </a:xfrm>
          <a:prstGeom prst="roundRect">
            <a:avLst/>
          </a:prstGeom>
          <a:solidFill>
            <a:srgbClr val="131A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? TENSORA 2026 HACKATHON ? PROBLEM STATEMENT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800" b="1">
                <a:solidFill>
                  <a:srgbClr val="F8FAFC"/>
                </a:solidFill>
              </a:defRPr>
            </a:pPr>
            <a:r>
              <a:t>AxiomLearn AI</a:t>
            </a:r>
          </a:p>
          <a:p>
            <a:pPr>
              <a:spcAft>
                <a:spcPts val="1400"/>
              </a:spcAft>
              <a:defRPr sz="2200" b="1">
                <a:solidFill>
                  <a:srgbClr val="06B6D4"/>
                </a:solidFill>
              </a:defRPr>
            </a:pPr>
            <a:r>
              <a:t>Adaptive Knowledge Tracing &amp; Prerequisite Graph Diagnostic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Solving Uniform Pacing &amp; Unidentified Foundational Knowledge Gaps via Real-Time Dual-Engine AI (BKT + DKT), 2PL IRT Dynamic Flow Selection, and 4-Step Precision Remediation.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51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Precision Diagnostic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Traces failure back to foundational root causes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Disentangles careless slips from core conceptual blockers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Direct Directed Acyclic Graph (DAG) syllabus traversal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406908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251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</a:defRPr>
            </a:pPr>
            <a:r>
              <a:t>2. Dual AI Knowledge Tracing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Bayesian BKT with latency-aware Corbett-Anderson updates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Recurrent DKT with 32-neuron cognitive state prediction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Item Response Theory (2PL IRT) zone matching (~70-75%)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406908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519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3. Closed-Loop Mastery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4-step scaffolded micro-practice pathways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Gamified rewards: XP, streaks, level progression &amp; badges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Full Teacher Cohort CRUD &amp; systemic gap healing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AXIOMLEARN AI ? TENSORA 2026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Educational Challenge &amp; 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The Core Crisis in Modern Pacing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The Uniform Pacing Trap: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Classroom instruction moves at a fixed syllabus speed. If 40% of the class falls behind, the teacher must still advance, widening inequality.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Hidden Foundational Gaps: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A student failing Calculus (Chain Rule) or CS (Recursion) is rarely confused by the current theorem?their roadblock is foundational Algebra (Exponents) or Base Case logic.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Lagging Diagnostic Indicators: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Traditional periodic tests only reveal that a student failed, weeks after the gap occurred, with zero actionable 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Project Scope &amp; Target Boundary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Target Educational Domains: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Rigorous STEM curricula: Higher Mathematics (Calculus, Trigonometry) and Computer Science (Algorithms, Data Structures).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Full Closed-Loop Platform Architecture: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1. Real-time Student Adaptive Practice Arena with Cyber-HUD UI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2. Directed Graph Prerequisite Navigator &amp; Misconception Isolator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3. Dual-Model Engine Inspector (Interactive BKT/DKT Sandbox)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4. Instructor Cohort Command Center with full CRUD operations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Zero Hardware Barrier: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Runs entirely in-browser with sub-millisecond local inference and full persistent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AXIOMLEARN AI ? TENSORA 2026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Workflow &amp; Cognitive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874519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508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01</a:t>
            </a:r>
            <a:br/>
            <a:r>
              <a:t>Step 1: Telemetry Ingestion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Captures student answer, response time, and selected distractor.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Modulates slips: rapid (&lt;3s) answers flag carelessness; slow (&gt;30s) flag cognitive struggle.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205740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1691640"/>
            <a:ext cx="1874519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1508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</a:defRPr>
            </a:pPr>
            <a:r>
              <a:t>02</a:t>
            </a:r>
            <a:br/>
            <a:r>
              <a:t>Step 2: Dual Knowledge Tracing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BKT evaluates Bayesian posterior P(L_t) using Corbett-Anderson math.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DKT recurrent GRU network predicts multi-concept mastery transfers across all nodes.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5740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9" y="1691640"/>
            <a:ext cx="1874519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874519"/>
            <a:ext cx="1508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03</a:t>
            </a:r>
            <a:br/>
            <a:r>
              <a:t>Step 3: 2PL IRT Zone Selection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Evaluates ability theta against item difficulty b and discrimination 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Dynamically selects problems in the Zone of Proximal Development (70-75% flow state).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645920"/>
            <a:ext cx="205740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1691640"/>
            <a:ext cx="187451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1874519"/>
            <a:ext cx="1508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04</a:t>
            </a:r>
            <a:br/>
            <a:r>
              <a:t>Step 4: Root-Cause Traversal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Upon repeated failure, backward DAG traversal traverses prerequisite parent edges.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Distinguishes distractor error signatures to isolate foundational blockers.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45920"/>
            <a:ext cx="205740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1691640"/>
            <a:ext cx="1874519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874519"/>
            <a:ext cx="1508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05</a:t>
            </a:r>
            <a:br/>
            <a:r>
              <a:t>Step 5: 4-Step Micro-Remediation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Refresher: 60s foundational concept breakdown.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Check: Root-level diagnostic probe.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Bridge: Scaffolded hybrid question.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Mastery Check: Target concept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AXIOMLEARN AI ? TENSORA 2026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Features &amp; Interactive Platform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Adaptive Practice &amp; Cyber-HUD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Futuristic Sci-Fi UI with 3D mouse parallax and oscilloscope waveforms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Real-time XP engine, dynamic level progression, and streak multipliers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Pure Canvas confetti celebration &amp; synthesized Web Audio sound FX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</a:defRPr>
            </a:pPr>
            <a:r>
              <a:t>2. Prerequisite Knowledge Graph (DAG)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Interactive glassmorphic SVG map of all syllabus dependencies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Prerequisite Chain Illumination: highlights root dependencies on click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Zone of Proximal Development (ZPD) frontier &amp; critical blocker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069080"/>
            <a:ext cx="5029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3. Teacher Cohort Command Center (CRUD)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Full CRUD: Create, Read (Table/Grid), Update (Ability/Mastery), Delete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Real-time search, persona filters (Fast Paced, Steady, Blocked, At-Risk)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1-Click Systemic Workshop: batch-heals class-wide syllabus bottlenecks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4069080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4. Dual Model Inspector Sandbox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Interactive Corbett-Anderson BKT sandbox with live equation telemetry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32-neuron Recurrent DKT GRU propagator with activation matrix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Multi-role auth: isolated credentials and local storage per student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AXIOMLEARN AI ? TENSORA 2026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Measurable Benefits &amp; Value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For Students</a:t>
            </a:r>
            <a:br/>
            <a:r>
              <a:t>(Mastery Without Frustration)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100% Tailored Learning: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No boring repetitions for fast learners; zero helpless frustration for struggling learners.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Eliminates Knowledge Debt: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Catches prerequisite cracks (e.g. factoring, exponents) before they ruin advanced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Dopamine-Driven Retention: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Gamified XP, badges, streaks, and responsive audio-visual feedback turn dry math/CS into engaging challenges.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For Educators</a:t>
            </a:r>
            <a:br/>
            <a:r>
              <a:t>(Actionable Classroom Intelligence)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Instant Diagnostic Clarity: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Teachers see exactly why a student failed, not just that their test score was low.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1-Click Systemic Remediation: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Automated cohort bottleneck detector flags the single concept holding back 30% of the class.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Massive Time Savings: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Eliminates hours of manual quiz grading and remedial worksheet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</a:defRPr>
            </a:pPr>
            <a:r>
              <a:t>For Institutions</a:t>
            </a:r>
            <a:br/>
            <a:r>
              <a:t>(Scalability &amp; Retention)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Higher Exam Pass Rates: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Proven 2-sigma bloom effect through 1-on-1 personalized AI tutoring.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Drastic Drop-out Reduction: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Identifies at-risk students in week 1 instead of finals week.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Zero Infrastructure Overhead: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Client-side edge computing architecture requires no heavy server clusters.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AXIOMLEARN AI ? TENSORA 2026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Stack, Rigorous Testing &amp; Future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Modern Tech Stack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Frontend Architecture: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React 18, TypeScript, Tailwind CSS, Lucide Icons, Vite Bundler.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Audio-Visual Engine: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HTML5 Canvas Confetti physics &amp; Web Audio API synthesizer (no heavy external assets).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Algorithmic Core: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Pure mathematical BKT, DKT Recurrent Net, 2PL IRT, and DAG traversal algorithms.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Version Control &amp; CI: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Automated GitHub integration &amp; clean Git repository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Verification &amp; Quality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100% Automated Test Coverage: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5/5 Engine test suites pass (BKT updates, DKT GRU dynamics, IRT discrimination, DAG paths).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Zero TypeScript Errors: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Clean compilation across all 37 application and component files.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State Persistence: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Full isolation across user accounts in local browser storage.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Low Latency Performance: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Sub-5ms decision cycle for question selection and mastery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</a:defRPr>
            </a:pPr>
            <a:r>
              <a:t>Future Vision &amp; Roadmap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Phase 1: Voice Socratic Tutor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Interactive spoken dialogue that hints step-by-step rather than revealing answers.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Phase 2: LMS Integration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LTI 1.3 standard compliance for seamless Canvas, Blackboard, and Moodle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? Phase 3: Multi-Disciplinary Graphs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  Cross-linking physics, chemistry, biology, and advanced data science onto unified knowledge 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